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68680"/>
            <a:ext cx="1280160" cy="73152"/>
          </a:xfrm>
          <a:prstGeom prst="roundRect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VisionForge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>
                <a:solidFill>
                  <a:srgbClr val="00C2FF"/>
                </a:solidFill>
                <a:latin typeface="Arial"/>
              </a:rPr>
              <a:t>Turn your CAD models into a quality-control camera.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Point a phone at a part or assembly — it tells you which components are there, so you can check the build is right.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10515600" cy="201168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4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784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C2FF"/>
                </a:solidFill>
                <a:latin typeface="Arial"/>
              </a:rPr>
              <a:t>The clever bit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9DB4DA"/>
                </a:solidFill>
                <a:latin typeface="Arial"/>
              </a:rPr>
              <a:t>Normally, teaching a camera to recognise your parts means photographing and hand-marking thousands of images — months of work and a specialist team.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VisionForge learns straight from the 3D CAD you already have. No manual labelling. No AI team. It runs on a phone.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How it works — and where it earns its keep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280160" cy="64008"/>
          </a:xfrm>
          <a:prstGeom prst="roundRect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423160" cy="18288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4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00C2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Upload CAD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DB4DA"/>
                </a:solidFill>
                <a:latin typeface="Arial"/>
              </a:rPr>
              <a:t>STEP / Blender / mesh files you already have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45920"/>
            <a:ext cx="2423160" cy="18288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4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00C2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It learns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DB4DA"/>
                </a:solidFill>
                <a:latin typeface="Arial"/>
              </a:rPr>
              <a:t>Teaches itself each part from every angle — automatically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23160" cy="18288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4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00C2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Runs on a phone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DB4DA"/>
                </a:solidFill>
                <a:latin typeface="Arial"/>
              </a:rPr>
              <a:t>Download to the app; works through the camera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645920"/>
            <a:ext cx="2423160" cy="18288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4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78308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00C2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3317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Checks every unit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DB4DA"/>
                </a:solidFill>
                <a:latin typeface="Arial"/>
              </a:rPr>
              <a:t>Same check every time — no fatigue, no misses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C2FF"/>
                </a:solidFill>
                <a:latin typeface="Arial"/>
              </a:rPr>
              <a:t>Quality control — the clearest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 End-of-line completeness — every part &amp; fastener present before it ships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 Catch the wrong variant — left vs right bracket, wrong-length bolt, missing washer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 Incoming inspection — confirm a delivered part is what the PO says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 Operator guidance — “this is the part, here's where it goes”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897880"/>
            <a:ext cx="10515600" cy="59436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4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96188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4DA"/>
                </a:solidFill>
                <a:latin typeface="Arial"/>
              </a:rPr>
              <a:t>Best started as a pilot on one assembly (distinct, non-shiny parts are easiest). It complements a skilled inspector — catching routine misses consistently — not replaces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